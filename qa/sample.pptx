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Prioridad</c:v>
                </c:pt>
              </c:strCache>
            </c:strRef>
          </c:tx>
          <c:spPr>
            <a:solidFill>
              <a:srgbClr val="236654"/>
            </a:solidFill>
          </c:spPr>
          <c:cat>
            <c:strRef>
              <c:f>Sheet1!$A$2:$A$4</c:f>
              <c:strCache>
                <c:ptCount val="3"/>
                <c:pt idx="0">
                  <c:v>PDF</c:v>
                </c:pt>
                <c:pt idx="1">
                  <c:v>PPTX</c:v>
                </c:pt>
                <c:pt idx="2">
                  <c:v>Nube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8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36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36654"/>
                </a:solidFill>
                <a:latin typeface="Arial"/>
              </a:rPr>
              <a:t>PLUMA READER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760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71A18"/>
                </a:solidFill>
                <a:latin typeface="Arial"/>
              </a:rPr>
              <a:t>Presentaciones,
sin peso extra.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25955"/>
                </a:solidFill>
                <a:latin typeface="Arial"/>
              </a:rPr>
              <a:t>PPTX se abre en modo de solo lectura y se procesa localmente.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43000"/>
            <a:ext cx="3749039" cy="4297680"/>
          </a:xfrm>
          <a:prstGeom prst="roundRect">
            <a:avLst/>
          </a:prstGeom>
          <a:solidFill>
            <a:srgbClr val="236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58200" y="1874519"/>
            <a:ext cx="1463040" cy="1463040"/>
          </a:xfrm>
          <a:prstGeom prst="ellipse">
            <a:avLst/>
          </a:prstGeom>
          <a:solidFill>
            <a:srgbClr val="EFB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37947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PDF +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36654"/>
                </a:solidFill>
                <a:latin typeface="Arial"/>
              </a:rPr>
              <a:t>Rendimiento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25955"/>
                </a:solidFill>
                <a:latin typeface="Arial"/>
              </a:rPr>
              <a:t>Una gráfica sencilla para comprobar el renderizado del visor.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65836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0" y="2057400"/>
            <a:ext cx="2926080" cy="2651760"/>
          </a:xfrm>
          <a:prstGeom prst="roundRect">
            <a:avLst/>
          </a:prstGeom>
          <a:solidFill>
            <a:srgbClr val="EFB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2560320"/>
            <a:ext cx="2103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236654"/>
                </a:solidFill>
                <a:latin typeface="Arial"/>
              </a:rPr>
              <a:t>Ligero
Rápido
Privado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